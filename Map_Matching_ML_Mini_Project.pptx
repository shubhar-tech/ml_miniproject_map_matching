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9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4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A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1B2B3A"/>
                </a:solidFill>
                <a:latin typeface="Calibri"/>
              </a:rPr>
              <a:t>Normalised feature weights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Normalised weight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Location</c:v>
                </c:pt>
                <c:pt idx="1">
                  <c:v>Orientation</c:v>
                </c:pt>
                <c:pt idx="2">
                  <c:v>Speed</c:v>
                </c:pt>
                <c:pt idx="3">
                  <c:v>Distance gap</c:v>
                </c:pt>
                <c:pt idx="4">
                  <c:v>Backtrack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0.51500000000000001</c:v>
                </c:pt>
                <c:pt idx="1">
                  <c:v>0.31</c:v>
                </c:pt>
                <c:pt idx="2">
                  <c:v>0.17599999999999999</c:v>
                </c:pt>
                <c:pt idx="3">
                  <c:v>0.57299999999999995</c:v>
                </c:pt>
                <c:pt idx="4">
                  <c:v>0.42699999999999999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2E-4160-AA1D-2DA026F437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2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A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B2B3A"/>
                </a:solidFill>
                <a:latin typeface="Calibri"/>
              </a:rPr>
              <a:t>Test error (%) vs buffer 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= 5</c:v>
                </c:pt>
              </c:strCache>
            </c:strRef>
          </c:tx>
          <c:spPr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19.13</c:v>
                </c:pt>
                <c:pt idx="1">
                  <c:v>16.78</c:v>
                </c:pt>
                <c:pt idx="2">
                  <c:v>16.649999999999999</c:v>
                </c:pt>
                <c:pt idx="3">
                  <c:v>16.43</c:v>
                </c:pt>
                <c:pt idx="4">
                  <c:v>16.16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02-46DF-9089-88449B0D7E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10</c:v>
                </c:pt>
              </c:strCache>
            </c:strRef>
          </c:tx>
          <c:spPr>
            <a:ln w="25400" cap="flat">
              <a:solidFill>
                <a:srgbClr val="1F8A8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18.510000000000002</c:v>
                </c:pt>
                <c:pt idx="1">
                  <c:v>16.34</c:v>
                </c:pt>
                <c:pt idx="2">
                  <c:v>16.3</c:v>
                </c:pt>
                <c:pt idx="3">
                  <c:v>15.59</c:v>
                </c:pt>
                <c:pt idx="4">
                  <c:v>15.37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02-46DF-9089-88449B0D7E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15</c:v>
                </c:pt>
              </c:strCache>
            </c:strRef>
          </c:tx>
          <c:spPr>
            <a:ln w="25400" cap="flat">
              <a:solidFill>
                <a:srgbClr val="12263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2263A"/>
              </a:solidFill>
              <a:ln w="9525" cap="flat">
                <a:solidFill>
                  <a:srgbClr val="12263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17.850000000000001</c:v>
                </c:pt>
                <c:pt idx="1">
                  <c:v>15.72</c:v>
                </c:pt>
                <c:pt idx="2">
                  <c:v>15.37</c:v>
                </c:pt>
                <c:pt idx="3">
                  <c:v>15.15</c:v>
                </c:pt>
                <c:pt idx="4">
                  <c:v>15.01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02-46DF-9089-88449B0D7E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12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2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80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4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Map-Match GPS Traces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 with SVM-learned weights and sliding-window Viterbi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Mini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Sinndhu  (PES2UG24CS661)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  (PES2UG24CS660)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and the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GPS point, predict the road edge and the direction of travel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because of GPS noise, parallel roads and two-way streets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ground-truth route supplies the labels to learn from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0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92040" y="1389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7,531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20848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points at 1 Hz, about 2 hours (Seattle, 17 Jan 2009)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389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158,167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0848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edges, of which 148,015 are two-way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30358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73075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ground-truth edges (562 matched to GPS)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9260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0358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73075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road states per GPS point on average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Five-stage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zone 10N metres, spatial index over 158k edges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598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3140" y="1417320"/>
            <a:ext cx="411480" cy="41148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31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314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6314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within 50 m give 55,484 directed states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orientation, speed, distance gap, backtrack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354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00700" y="1417320"/>
            <a:ext cx="411480" cy="41148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007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0070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0070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linear SVM turns features into weights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417320"/>
            <a:ext cx="411480" cy="411480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2860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Viterbi, window T, buffer 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estimated robustly: sigma = 2.4 m from the MAD of GPS-to-truth distances, instead of 15.3 m from the candidate spread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classifiers, five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 (is this road the true one?)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Gaussian of distance to road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 movement vs road tangent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GPS speed vs road limit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(does the path continue?)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gap: 1 / (|GPS move - road gap| + 1)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Backtrack: penalise returning to a recent edge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labels from ground truth (14% positive). First 70% of the drive trains, last 30% tests. 10-fold contiguous CV avoids leakage between near-identical neighbouring points. Class-balanced L1 LinearSVC.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weights from the SVM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48463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28016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3898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213512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F1 (test accuracy 0.821). Location carries the most weight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301752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31272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387248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F1 (test accuracy 0.867). Distance gap beats backtrack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versus accuracy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2344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344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7876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emission-only baseline error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4231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5328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9763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sliding Viterbi (T=10, N=8)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36118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7216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1650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setting (T=5, N=0)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works: candidates, learned features, sliding Viterbi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buffer N cuts error (T=5: 19.1% to 16.2%)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lifts emission F1 from 0.56 to 0.71, yet decoding is worse in all 30 settings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HMM (14.7%) does not beat the emission-only baseline (14.2%)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916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path distance, not midpoint distance, in transitions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direction errors: edge-only error is about 6-7% but state error is 14-15%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classifier scores before decoding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sigma and candidate radius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E9DB8-20FF-62AE-34F6-71801AA8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64" y="1085690"/>
            <a:ext cx="4386488" cy="2519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7D489E-B6DD-CC77-7AF1-7E68F5D10A83}"/>
              </a:ext>
            </a:extLst>
          </p:cNvPr>
          <p:cNvSpPr txBox="1"/>
          <p:nvPr/>
        </p:nvSpPr>
        <p:spPr>
          <a:xfrm>
            <a:off x="824219" y="371212"/>
            <a:ext cx="635466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Results training data for gps_data.txt </a:t>
            </a:r>
          </a:p>
        </p:txBody>
      </p:sp>
    </p:spTree>
    <p:extLst>
      <p:ext uri="{BB962C8B-B14F-4D97-AF65-F5344CB8AC3E}">
        <p14:creationId xmlns:p14="http://schemas.microsoft.com/office/powerpoint/2010/main" val="395254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55A1B5-B2FC-4F34-2645-5D4872BB0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561" y="456994"/>
            <a:ext cx="6186879" cy="422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8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688A7-E924-AA52-9E1A-721B453B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649" y="604736"/>
            <a:ext cx="6148703" cy="39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7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A4F95-878A-6B0C-8CE9-43CA5A74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87" y="1490607"/>
            <a:ext cx="7820427" cy="216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3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484</Words>
  <Application>Microsoft Office PowerPoint</Application>
  <PresentationFormat>On-screen Show (16:9)</PresentationFormat>
  <Paragraphs>76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Map-Match GPS Traces</dc:title>
  <dc:subject>PptxGenJS Presentation</dc:subject>
  <dc:creator>PptxGenJS</dc:creator>
  <cp:lastModifiedBy>Shubha R</cp:lastModifiedBy>
  <cp:revision>2</cp:revision>
  <dcterms:created xsi:type="dcterms:W3CDTF">2026-10-04T16:26:51Z</dcterms:created>
  <dcterms:modified xsi:type="dcterms:W3CDTF">2026-10-06T01:48:37Z</dcterms:modified>
</cp:coreProperties>
</file>